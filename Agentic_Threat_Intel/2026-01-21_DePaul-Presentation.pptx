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82" r:id="rId3"/>
    <p:sldId id="256" r:id="rId4"/>
    <p:sldId id="258" r:id="rId5"/>
    <p:sldId id="257" r:id="rId6"/>
    <p:sldId id="260" r:id="rId7"/>
    <p:sldId id="259" r:id="rId8"/>
    <p:sldId id="261" r:id="rId9"/>
    <p:sldId id="262" r:id="rId10"/>
    <p:sldId id="284" r:id="rId11"/>
    <p:sldId id="264" r:id="rId12"/>
    <p:sldId id="265" r:id="rId13"/>
    <p:sldId id="266" r:id="rId14"/>
    <p:sldId id="283" r:id="rId15"/>
    <p:sldId id="267" r:id="rId16"/>
    <p:sldId id="269" r:id="rId17"/>
    <p:sldId id="281" r:id="rId18"/>
    <p:sldId id="270" r:id="rId19"/>
    <p:sldId id="271" r:id="rId20"/>
    <p:sldId id="272" r:id="rId21"/>
    <p:sldId id="273" r:id="rId22"/>
    <p:sldId id="274" r:id="rId23"/>
    <p:sldId id="277" r:id="rId24"/>
    <p:sldId id="275" r:id="rId25"/>
    <p:sldId id="276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CB3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EB6F-8377-BD10-3990-AF85E2D46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2A08A-24AF-C43B-12D2-3682DAEC4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C0F3-F9F3-8E6E-FDA5-D89E4E0E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0E2D9-6B58-036A-853C-D4449B67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FC95E-DBB4-F625-F91D-AD870CD2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2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C102-6065-7436-1D6B-775617E8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1156-C6FD-79F1-9D93-B0D4CC4BD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8009A-DCD0-1B81-4A65-8C824483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D7BE-D090-5120-660D-BC23957F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00359-899A-BC22-C59A-315E3239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DDBA-322B-7F1B-55A0-680D9889D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50115-504C-030F-6BDA-FD96A8FC7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D6DE5-29A0-EA26-07B7-F4164726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6F0B2-3162-CB77-DF5B-2234E73F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A2FA7-AF1F-26F5-35C3-9D27CAC7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7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9C53-1A54-9C3C-55ED-E45A1502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C8DD-67AD-39C4-8ED6-4DAA84DEC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34D41-7F44-A7DE-4E7D-C496D03F4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472D9-CED5-ACDE-2C60-3D6A2EA4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1819A-A08E-3B2E-8A7B-02CF1C9A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83301-0C3C-BEC1-0F19-C981EB73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6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265B-B981-65B5-3EFE-2501D1C0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5F63B-8194-CEA3-EDD6-570BC4DCE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44FFD-D138-224B-C9DD-2264185F0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64BFF-220D-2E2C-9B26-974D05FE6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66D0E5-4400-9724-1A68-82E0FEFD4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407D9-E76A-BE72-415D-F3B0B7D9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CF41E-DA0C-79C7-759C-004518F8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C89EF-3492-BE35-B32F-40DBE71D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3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B5B7-FD41-0FBC-9288-306176B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EB9BF-9EAF-BA96-A69D-EC5D3B8C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E573B-FC48-5801-B686-774B6DBA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53F95-89A8-0801-707F-F0F42BBD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8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668561-4930-6D2C-7176-469D0796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454934-8140-BB66-6C4C-9C72A79D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BEDBD-4910-90E3-7357-7E964BD1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5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DA66-9A6E-E375-7D0E-35F00BF7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F08C-EA07-0707-77DA-E46E542D8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C6431-77E5-686B-8D88-D8C3FCCD0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D7BB9-8F14-EE90-D308-BB077BAB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C99A2-B432-2220-4369-A063E43B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08A1F-64FD-3860-4783-5A07B1B5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7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BEEC-1217-6779-7F91-7331DF2C6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FA440-2336-10DA-FB7F-0198BA188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901BB-1339-4886-EAB2-10BD83529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7A5F9-F923-25D9-AECD-C8CF6009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5B55-3D3A-EF0E-BF91-2773C558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03375-E236-178F-B65C-B1C7EEBB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8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FEAD-BECB-5783-2D49-70B5021B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7F520-5E5B-4F20-1B01-E068FFC69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006AC-BE70-4DEE-6FFC-FF5C5D71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0A073-CDF4-4323-C3B7-FF851359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7F39B-909E-AE10-1F03-E4755EB2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8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CFEBA8-F4E8-4F13-B801-B02C3C590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B7326-4BFE-F884-2328-1E2D75276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2E36B-D0C0-F79F-EB51-0D1E79F0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6E1C5-4031-B081-F9A1-B4775BBC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8C6B6-F3E3-A7FA-13E5-F6F34261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2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D417C-E0BB-41A6-F31C-D66CC303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FC34B-C922-D916-8886-16234F0E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2C33E-8652-C701-F73A-38E97B273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B56DF-45EC-E5DD-467D-183B0FA00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569E6-58B2-51DC-34E1-7312033A4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6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41400-C810-5779-3FDE-21449EF9C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A82D09-56BA-6BC4-94B4-969DEEB54FCF}"/>
              </a:ext>
            </a:extLst>
          </p:cNvPr>
          <p:cNvSpPr/>
          <p:nvPr/>
        </p:nvSpPr>
        <p:spPr>
          <a:xfrm>
            <a:off x="2335427" y="1285103"/>
            <a:ext cx="432487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CE6D9-9E6C-C1BB-C603-A619AAB5EBFC}"/>
              </a:ext>
            </a:extLst>
          </p:cNvPr>
          <p:cNvSpPr/>
          <p:nvPr/>
        </p:nvSpPr>
        <p:spPr>
          <a:xfrm>
            <a:off x="11232292" y="1285103"/>
            <a:ext cx="407773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E34D80-6310-0614-0711-C00EE9DFD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876" y="2029597"/>
            <a:ext cx="6280248" cy="279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22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8F373-2938-66B6-0241-AEA7F1014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D6C389-9F22-A4E6-AB31-4A7936B0CCA2}"/>
              </a:ext>
            </a:extLst>
          </p:cNvPr>
          <p:cNvSpPr txBox="1">
            <a:spLocks/>
          </p:cNvSpPr>
          <p:nvPr/>
        </p:nvSpPr>
        <p:spPr>
          <a:xfrm>
            <a:off x="1046205" y="1988580"/>
            <a:ext cx="10099589" cy="4363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282828"/>
                </a:solidFill>
              </a:rPr>
              <a:t>daemon.ajvanbeest.com</a:t>
            </a:r>
            <a:br>
              <a:rPr lang="en-US" dirty="0">
                <a:solidFill>
                  <a:srgbClr val="282828"/>
                </a:solidFill>
              </a:rPr>
            </a:br>
            <a:br>
              <a:rPr lang="en-US" dirty="0">
                <a:solidFill>
                  <a:srgbClr val="282828"/>
                </a:solidFill>
              </a:rPr>
            </a:br>
            <a:r>
              <a:rPr lang="en-US" dirty="0" err="1">
                <a:solidFill>
                  <a:srgbClr val="282828"/>
                </a:solidFill>
              </a:rPr>
              <a:t>github.com</a:t>
            </a:r>
            <a:r>
              <a:rPr lang="en-US" dirty="0">
                <a:solidFill>
                  <a:srgbClr val="282828"/>
                </a:solidFill>
              </a:rPr>
              <a:t>/theaj42</a:t>
            </a:r>
            <a:br>
              <a:rPr lang="en-US" dirty="0">
                <a:solidFill>
                  <a:srgbClr val="282828"/>
                </a:solidFill>
              </a:rPr>
            </a:br>
            <a:r>
              <a:rPr lang="en-US" dirty="0">
                <a:solidFill>
                  <a:srgbClr val="282828"/>
                </a:solidFill>
              </a:rPr>
              <a:t>- presentations</a:t>
            </a:r>
            <a:br>
              <a:rPr lang="en-US" dirty="0">
                <a:solidFill>
                  <a:srgbClr val="282828"/>
                </a:solidFill>
              </a:rPr>
            </a:br>
            <a:r>
              <a:rPr lang="en-US" dirty="0">
                <a:solidFill>
                  <a:srgbClr val="282828"/>
                </a:solidFill>
              </a:rPr>
              <a:t>- </a:t>
            </a:r>
            <a:r>
              <a:rPr lang="en-US" dirty="0" err="1">
                <a:solidFill>
                  <a:srgbClr val="282828"/>
                </a:solidFill>
              </a:rPr>
              <a:t>sourdough.ai</a:t>
            </a:r>
            <a:endParaRPr lang="en-US" dirty="0">
              <a:solidFill>
                <a:srgbClr val="282828"/>
              </a:solidFill>
            </a:endParaRPr>
          </a:p>
          <a:p>
            <a:endParaRPr lang="en-US" dirty="0">
              <a:solidFill>
                <a:srgbClr val="282828"/>
              </a:solidFill>
            </a:endParaRPr>
          </a:p>
          <a:p>
            <a:r>
              <a:rPr lang="en-US" dirty="0" err="1">
                <a:solidFill>
                  <a:srgbClr val="282828"/>
                </a:solidFill>
              </a:rPr>
              <a:t>ajvanbeest@protonmail.com</a:t>
            </a:r>
            <a:endParaRPr lang="en-US" dirty="0">
              <a:solidFill>
                <a:srgbClr val="2828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4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42BB-592E-5235-9C0D-ECAFA567F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EBDCB3"/>
                </a:solidFill>
              </a:rPr>
              <a:t>Threat intel is </a:t>
            </a:r>
            <a:r>
              <a:rPr lang="en-US" b="1" i="1" dirty="0">
                <a:solidFill>
                  <a:srgbClr val="EBDCB3"/>
                </a:solidFill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53141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62421-5671-84B1-2D55-4D73BA9E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22A6-E3FC-65D8-0EA6-F37301E3D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938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6700" dirty="0">
                <a:solidFill>
                  <a:srgbClr val="282828"/>
                </a:solidFill>
              </a:rPr>
              <a:t>25 Focused threat actors</a:t>
            </a:r>
            <a:br>
              <a:rPr lang="en-US" sz="6700" dirty="0">
                <a:solidFill>
                  <a:srgbClr val="282828"/>
                </a:solidFill>
              </a:rPr>
            </a:br>
            <a:br>
              <a:rPr lang="en-US" sz="6700" dirty="0">
                <a:solidFill>
                  <a:srgbClr val="282828"/>
                </a:solidFill>
              </a:rPr>
            </a:br>
            <a:r>
              <a:rPr lang="en-US" sz="6700" dirty="0">
                <a:solidFill>
                  <a:srgbClr val="282828"/>
                </a:solidFill>
              </a:rPr>
              <a:t>8 APTs</a:t>
            </a:r>
          </a:p>
        </p:txBody>
      </p:sp>
    </p:spTree>
    <p:extLst>
      <p:ext uri="{BB962C8B-B14F-4D97-AF65-F5344CB8AC3E}">
        <p14:creationId xmlns:p14="http://schemas.microsoft.com/office/powerpoint/2010/main" val="2165077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0BC9D-C70F-48E3-ECB2-AFA2DA46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36DB-48D9-A198-4304-C9BB4E4BB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11,275 discrete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35181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C8061-41A4-5C21-A966-6C1DA1DC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1E80-0525-3EFC-B0DC-1B020298D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Also, there’s “news.”</a:t>
            </a:r>
          </a:p>
        </p:txBody>
      </p:sp>
    </p:spTree>
    <p:extLst>
      <p:ext uri="{BB962C8B-B14F-4D97-AF65-F5344CB8AC3E}">
        <p14:creationId xmlns:p14="http://schemas.microsoft.com/office/powerpoint/2010/main" val="319105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2E6CA-B1AA-C449-7490-ED1E415B3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5139-7416-8F6F-1DF1-1E15D56C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Zero FTEs</a:t>
            </a:r>
          </a:p>
        </p:txBody>
      </p:sp>
    </p:spTree>
    <p:extLst>
      <p:ext uri="{BB962C8B-B14F-4D97-AF65-F5344CB8AC3E}">
        <p14:creationId xmlns:p14="http://schemas.microsoft.com/office/powerpoint/2010/main" val="267814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E402C-7D9D-24BC-60A0-B0B4E795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6E89-898A-65BA-17C0-6DF58293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EBDCB3"/>
                </a:solidFill>
              </a:rPr>
              <a:t>So I built </a:t>
            </a:r>
            <a:r>
              <a:rPr lang="en-US" i="1" dirty="0">
                <a:solidFill>
                  <a:srgbClr val="EBDCB3"/>
                </a:solidFill>
              </a:rPr>
              <a:t>a thing</a:t>
            </a:r>
          </a:p>
        </p:txBody>
      </p:sp>
    </p:spTree>
    <p:extLst>
      <p:ext uri="{BB962C8B-B14F-4D97-AF65-F5344CB8AC3E}">
        <p14:creationId xmlns:p14="http://schemas.microsoft.com/office/powerpoint/2010/main" val="2326516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A5A2-C726-FE4D-CECD-6DF17FA4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2C7E2-51B6-44B5-EEF9-0EA95DCF3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00" y="-12357"/>
            <a:ext cx="12345460" cy="69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341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974C-C2F1-71A7-05FF-12AEB256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148967-0016-B32D-1DA1-47F851A12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898" y="-67962"/>
            <a:ext cx="12763700" cy="69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8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9135-52CA-EB93-2B5E-A17FFBA9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35505-C7D2-E856-F080-B6B4010EC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926" y="-24065"/>
            <a:ext cx="13202221" cy="691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0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FED5-F0FD-287F-D70D-24766451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7615F-72F9-62DC-2DA3-C9F22908F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347" y="-12033"/>
            <a:ext cx="14123627" cy="691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9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E9B5-72E1-D257-55CF-4CB52880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6C379-5137-9601-CA27-0DB4CC6F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32" y="-79528"/>
            <a:ext cx="12308306" cy="714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46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D27F1-BA2B-9DC8-FB13-4D838D86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993CD1-9FCF-0A2E-D842-73983F1B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404" y="128297"/>
            <a:ext cx="6055191" cy="660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14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0811C-C4DF-2B8D-50FE-12CCCE3B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F942-19BE-CC3C-7A07-E9302F147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27406"/>
            <a:ext cx="9144000" cy="119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DCB3"/>
                </a:solidFill>
              </a:rPr>
              <a:t>The patterns</a:t>
            </a:r>
          </a:p>
        </p:txBody>
      </p:sp>
    </p:spTree>
    <p:extLst>
      <p:ext uri="{BB962C8B-B14F-4D97-AF65-F5344CB8AC3E}">
        <p14:creationId xmlns:p14="http://schemas.microsoft.com/office/powerpoint/2010/main" val="1098996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07C45-2145-827F-7DCE-F5A788CB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D362-DEF2-8DA8-5357-306C03487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Use good tools</a:t>
            </a:r>
          </a:p>
        </p:txBody>
      </p:sp>
    </p:spTree>
    <p:extLst>
      <p:ext uri="{BB962C8B-B14F-4D97-AF65-F5344CB8AC3E}">
        <p14:creationId xmlns:p14="http://schemas.microsoft.com/office/powerpoint/2010/main" val="4275255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15A68-E039-71A1-6E67-3515AF1A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15A26B-D4D5-A556-5F34-49E833D973D2}"/>
              </a:ext>
            </a:extLst>
          </p:cNvPr>
          <p:cNvSpPr/>
          <p:nvPr/>
        </p:nvSpPr>
        <p:spPr>
          <a:xfrm>
            <a:off x="2335427" y="1285103"/>
            <a:ext cx="432487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F21CE-521A-2A8D-E3A7-87496A4896DD}"/>
              </a:ext>
            </a:extLst>
          </p:cNvPr>
          <p:cNvSpPr/>
          <p:nvPr/>
        </p:nvSpPr>
        <p:spPr>
          <a:xfrm>
            <a:off x="11232292" y="1285103"/>
            <a:ext cx="407773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32D71-87FE-2F2A-C894-5C303AAAE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98" y="1754659"/>
            <a:ext cx="11795804" cy="334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65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FD699-A7B7-2B2A-47A9-2DE77019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1850-6FC4-247C-006D-567D18CCE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129" y="3429000"/>
            <a:ext cx="9827741" cy="1193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282828"/>
                </a:solidFill>
              </a:rPr>
              <a:t>Use spec-driven development:</a:t>
            </a:r>
            <a:br>
              <a:rPr lang="en-US" dirty="0">
                <a:solidFill>
                  <a:srgbClr val="282828"/>
                </a:solidFill>
              </a:rPr>
            </a:br>
            <a:br>
              <a:rPr lang="en-US" dirty="0">
                <a:solidFill>
                  <a:srgbClr val="282828"/>
                </a:solidFill>
              </a:rPr>
            </a:br>
            <a:r>
              <a:rPr lang="en-US" b="1" i="1" dirty="0">
                <a:solidFill>
                  <a:srgbClr val="282828"/>
                </a:solidFill>
              </a:rPr>
              <a:t>What</a:t>
            </a:r>
            <a:r>
              <a:rPr lang="en-US" dirty="0">
                <a:solidFill>
                  <a:srgbClr val="282828"/>
                </a:solidFill>
              </a:rPr>
              <a:t> vs. How</a:t>
            </a:r>
          </a:p>
        </p:txBody>
      </p:sp>
    </p:spTree>
    <p:extLst>
      <p:ext uri="{BB962C8B-B14F-4D97-AF65-F5344CB8AC3E}">
        <p14:creationId xmlns:p14="http://schemas.microsoft.com/office/powerpoint/2010/main" val="1071982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72671-836E-A290-FC63-013EC166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8C53-2B2D-AA87-5288-57D6E4C8B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Use real data</a:t>
            </a:r>
          </a:p>
        </p:txBody>
      </p:sp>
    </p:spTree>
    <p:extLst>
      <p:ext uri="{BB962C8B-B14F-4D97-AF65-F5344CB8AC3E}">
        <p14:creationId xmlns:p14="http://schemas.microsoft.com/office/powerpoint/2010/main" val="2050815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C8414-061A-8455-9058-3F9D0DC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4419-B42D-AA42-1769-EB34AC7A1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What is “Good?”</a:t>
            </a:r>
          </a:p>
        </p:txBody>
      </p:sp>
    </p:spTree>
    <p:extLst>
      <p:ext uri="{BB962C8B-B14F-4D97-AF65-F5344CB8AC3E}">
        <p14:creationId xmlns:p14="http://schemas.microsoft.com/office/powerpoint/2010/main" val="2723745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9F6BF-27DA-BE05-C517-82AE7753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E2B8-3A2F-C202-4D06-6740A0EF5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Let the robot cook</a:t>
            </a:r>
          </a:p>
        </p:txBody>
      </p:sp>
    </p:spTree>
    <p:extLst>
      <p:ext uri="{BB962C8B-B14F-4D97-AF65-F5344CB8AC3E}">
        <p14:creationId xmlns:p14="http://schemas.microsoft.com/office/powerpoint/2010/main" val="4031902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98F00-9325-70CB-C54F-4844A3AB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ACCA-2C03-3DEC-49B7-CE160CB03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93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EBDCB3"/>
                </a:solidFill>
              </a:rPr>
              <a:t>Your turn </a:t>
            </a:r>
            <a:br>
              <a:rPr lang="en-US" dirty="0">
                <a:solidFill>
                  <a:srgbClr val="EBDCB3"/>
                </a:solidFill>
              </a:rPr>
            </a:br>
            <a:br>
              <a:rPr lang="en-US" dirty="0">
                <a:solidFill>
                  <a:srgbClr val="EBDCB3"/>
                </a:solidFill>
              </a:rPr>
            </a:br>
            <a:r>
              <a:rPr lang="en-US" dirty="0">
                <a:solidFill>
                  <a:srgbClr val="EBDCB3"/>
                </a:solidFill>
              </a:rPr>
              <a:t>(a cookbook)</a:t>
            </a:r>
          </a:p>
        </p:txBody>
      </p:sp>
    </p:spTree>
    <p:extLst>
      <p:ext uri="{BB962C8B-B14F-4D97-AF65-F5344CB8AC3E}">
        <p14:creationId xmlns:p14="http://schemas.microsoft.com/office/powerpoint/2010/main" val="1920408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C2E5-688C-2C7B-36A6-8D04DBAE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robot&#10;&#10;AI-generated content may be incorrect.">
            <a:extLst>
              <a:ext uri="{FF2B5EF4-FFF2-40B4-BE49-F238E27FC236}">
                <a16:creationId xmlns:a16="http://schemas.microsoft.com/office/drawing/2014/main" id="{1B490FAC-2117-2E53-A085-54CEB79B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031" y="-61011"/>
            <a:ext cx="12784061" cy="698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20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DBB4B-6774-DDB0-39B2-340C2C8C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307F-AD34-1B09-21F0-E09334923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Tip: *Talk* to the robot</a:t>
            </a:r>
          </a:p>
        </p:txBody>
      </p:sp>
    </p:spTree>
    <p:extLst>
      <p:ext uri="{BB962C8B-B14F-4D97-AF65-F5344CB8AC3E}">
        <p14:creationId xmlns:p14="http://schemas.microsoft.com/office/powerpoint/2010/main" val="3721046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A2189-D85C-D825-FFA7-C1A173AD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FEB2-E90E-A642-B41A-75DC1A9BF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Tip: *Ask* the robot</a:t>
            </a:r>
          </a:p>
        </p:txBody>
      </p:sp>
    </p:spTree>
    <p:extLst>
      <p:ext uri="{BB962C8B-B14F-4D97-AF65-F5344CB8AC3E}">
        <p14:creationId xmlns:p14="http://schemas.microsoft.com/office/powerpoint/2010/main" val="2537069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9EFCA-690F-3A7B-4EE8-746778F22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92DA-A1EA-D525-D1F2-51C82EA09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CRITICAL NOTE…</a:t>
            </a:r>
          </a:p>
        </p:txBody>
      </p:sp>
    </p:spTree>
    <p:extLst>
      <p:ext uri="{BB962C8B-B14F-4D97-AF65-F5344CB8AC3E}">
        <p14:creationId xmlns:p14="http://schemas.microsoft.com/office/powerpoint/2010/main" val="133823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6E7F0-1E38-98C8-AA56-A5CAED57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7091E-A2A3-9215-7A18-AC56A7604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82828"/>
                </a:solidFill>
              </a:rPr>
              <a:t>You own the outcome</a:t>
            </a:r>
          </a:p>
        </p:txBody>
      </p:sp>
    </p:spTree>
    <p:extLst>
      <p:ext uri="{BB962C8B-B14F-4D97-AF65-F5344CB8AC3E}">
        <p14:creationId xmlns:p14="http://schemas.microsoft.com/office/powerpoint/2010/main" val="57773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B696C-9B4E-E00C-2D84-483E157D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4767-EE98-E950-7F6A-AD6BDC0E1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1535"/>
            <a:ext cx="9144000" cy="1690473"/>
          </a:xfrm>
        </p:spPr>
        <p:txBody>
          <a:bodyPr>
            <a:normAutofit fontScale="90000"/>
          </a:bodyPr>
          <a:lstStyle/>
          <a:p>
            <a:r>
              <a:rPr lang="en-US" sz="13800" dirty="0" err="1">
                <a:solidFill>
                  <a:srgbClr val="EBDCB3"/>
                </a:solidFill>
              </a:rPr>
              <a:t>Kthxbye</a:t>
            </a:r>
            <a:endParaRPr lang="en-US" dirty="0">
              <a:solidFill>
                <a:srgbClr val="EBDCB3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580ADD-B90D-E4ED-E101-9BE13EDD4DC4}"/>
              </a:ext>
            </a:extLst>
          </p:cNvPr>
          <p:cNvSpPr txBox="1">
            <a:spLocks/>
          </p:cNvSpPr>
          <p:nvPr/>
        </p:nvSpPr>
        <p:spPr>
          <a:xfrm>
            <a:off x="1524000" y="3740837"/>
            <a:ext cx="9144000" cy="2547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EBDCB3"/>
                </a:solidFill>
              </a:rPr>
              <a:t>daemon.ajvanbeest.com</a:t>
            </a:r>
            <a:br>
              <a:rPr lang="en-US" dirty="0">
                <a:solidFill>
                  <a:srgbClr val="EBDCB3"/>
                </a:solidFill>
              </a:rPr>
            </a:br>
            <a:br>
              <a:rPr lang="en-US" dirty="0">
                <a:solidFill>
                  <a:srgbClr val="EBDCB3"/>
                </a:solidFill>
              </a:rPr>
            </a:br>
            <a:r>
              <a:rPr lang="en-US" dirty="0" err="1">
                <a:solidFill>
                  <a:srgbClr val="EBDCB3"/>
                </a:solidFill>
              </a:rPr>
              <a:t>github.com</a:t>
            </a:r>
            <a:r>
              <a:rPr lang="en-US" dirty="0">
                <a:solidFill>
                  <a:srgbClr val="EBDCB3"/>
                </a:solidFill>
              </a:rPr>
              <a:t>/theaj42</a:t>
            </a:r>
            <a:br>
              <a:rPr lang="en-US" dirty="0">
                <a:solidFill>
                  <a:srgbClr val="EBDCB3"/>
                </a:solidFill>
              </a:rPr>
            </a:br>
            <a:br>
              <a:rPr lang="en-US" dirty="0">
                <a:solidFill>
                  <a:srgbClr val="EBDCB3"/>
                </a:solidFill>
              </a:rPr>
            </a:br>
            <a:r>
              <a:rPr lang="en-US" dirty="0" err="1">
                <a:solidFill>
                  <a:srgbClr val="EBDCB3"/>
                </a:solidFill>
              </a:rPr>
              <a:t>ajvanbeest@protonmail.com</a:t>
            </a:r>
            <a:endParaRPr lang="en-US" dirty="0">
              <a:solidFill>
                <a:srgbClr val="EBDC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82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131</Words>
  <Application>Microsoft Macintosh PowerPoint</Application>
  <PresentationFormat>Widescreen</PresentationFormat>
  <Paragraphs>22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Threat intel is hard</vt:lpstr>
      <vt:lpstr> 25 Focused threat actors  8 APTs</vt:lpstr>
      <vt:lpstr>11,275 discrete applications</vt:lpstr>
      <vt:lpstr>Also, there’s “news.”</vt:lpstr>
      <vt:lpstr>Zero FTEs</vt:lpstr>
      <vt:lpstr>So I built a thing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patterns</vt:lpstr>
      <vt:lpstr>Use good tools</vt:lpstr>
      <vt:lpstr>PowerPoint Presentation</vt:lpstr>
      <vt:lpstr>Use spec-driven development:  What vs. How</vt:lpstr>
      <vt:lpstr>Use real data</vt:lpstr>
      <vt:lpstr>What is “Good?”</vt:lpstr>
      <vt:lpstr>Let the robot cook</vt:lpstr>
      <vt:lpstr>Your turn   (a cookbook)</vt:lpstr>
      <vt:lpstr>PowerPoint Presentation</vt:lpstr>
      <vt:lpstr>Tip: *Talk* to the robot</vt:lpstr>
      <vt:lpstr>Tip: *Ask* the robot</vt:lpstr>
      <vt:lpstr>CRITICAL NOTE…</vt:lpstr>
      <vt:lpstr>You own the outcome</vt:lpstr>
      <vt:lpstr>Kthxbye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 Van Beest</dc:creator>
  <cp:lastModifiedBy>AJ Van Beest</cp:lastModifiedBy>
  <cp:revision>4</cp:revision>
  <dcterms:created xsi:type="dcterms:W3CDTF">2026-01-21T18:25:36Z</dcterms:created>
  <dcterms:modified xsi:type="dcterms:W3CDTF">2026-01-21T20:48:26Z</dcterms:modified>
</cp:coreProperties>
</file>